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55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27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082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440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99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3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049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9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811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162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7414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922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29282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2394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436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2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58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Pesticides</a:t>
            </a:r>
            <a:r>
              <a:rPr dirty="0"/>
              <a:t> Consumption Analysis (India)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A </a:t>
            </a:r>
            <a:r>
              <a:rPr lang="en-US" sz="2400" dirty="0"/>
              <a:t>Power BI</a:t>
            </a:r>
            <a:r>
              <a:rPr sz="2400" dirty="0"/>
              <a:t> Project</a:t>
            </a:r>
          </a:p>
          <a:p>
            <a:r>
              <a:rPr sz="2400" dirty="0"/>
              <a:t>Based on data.gov.in</a:t>
            </a:r>
          </a:p>
          <a:p>
            <a:r>
              <a:rPr sz="2400" dirty="0"/>
              <a:t>By: </a:t>
            </a:r>
            <a:r>
              <a:rPr lang="en-US" sz="2400" dirty="0"/>
              <a:t>Y </a:t>
            </a:r>
            <a:r>
              <a:rPr sz="2400" dirty="0"/>
              <a:t>Sandhya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Analyze </a:t>
            </a:r>
            <a:r>
              <a:rPr lang="en-US" sz="2400" dirty="0"/>
              <a:t>Pesticides</a:t>
            </a:r>
            <a:r>
              <a:rPr sz="2400" dirty="0"/>
              <a:t> consumption across Indian states</a:t>
            </a:r>
          </a:p>
          <a:p>
            <a:r>
              <a:rPr sz="2400" dirty="0"/>
              <a:t>Identify state &amp; year trends</a:t>
            </a:r>
          </a:p>
          <a:p>
            <a:r>
              <a:rPr sz="2400" dirty="0"/>
              <a:t>Understand usage imbalance</a:t>
            </a:r>
          </a:p>
          <a:p>
            <a:r>
              <a:rPr sz="2400" dirty="0"/>
              <a:t>Provide actionable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Dataset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Source: data.gov.in</a:t>
            </a:r>
          </a:p>
          <a:p>
            <a:r>
              <a:rPr sz="2400" dirty="0"/>
              <a:t>Fields: Year, State/UT, Urea, DAP, MOP, NPKS</a:t>
            </a:r>
          </a:p>
          <a:p>
            <a:r>
              <a:rPr sz="2400" dirty="0"/>
              <a:t>Covers multiple states and years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Removed unwanted header rows</a:t>
            </a:r>
          </a:p>
          <a:p>
            <a:r>
              <a:rPr sz="2400" dirty="0"/>
              <a:t>Fixed data types (int/float)</a:t>
            </a:r>
          </a:p>
          <a:p>
            <a:r>
              <a:rPr sz="2400" dirty="0"/>
              <a:t>Handled missing values</a:t>
            </a:r>
          </a:p>
          <a:p>
            <a:r>
              <a:rPr sz="2400" dirty="0"/>
              <a:t>Standardized state names</a:t>
            </a:r>
          </a:p>
          <a:p>
            <a:r>
              <a:rPr sz="2400" dirty="0"/>
              <a:t>Removed duplicates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Punjab, UP, Maharashtra = highest consumers</a:t>
            </a:r>
          </a:p>
          <a:p>
            <a:r>
              <a:rPr sz="2400" dirty="0"/>
              <a:t>NE states = lowest usage</a:t>
            </a:r>
          </a:p>
          <a:p>
            <a:r>
              <a:rPr sz="2400" dirty="0"/>
              <a:t>Urea usage increasing sharply</a:t>
            </a:r>
          </a:p>
          <a:p>
            <a:r>
              <a:rPr sz="2400" dirty="0"/>
              <a:t>NPKS fluctuates by year</a:t>
            </a:r>
          </a:p>
          <a:p>
            <a:r>
              <a:rPr sz="2400" dirty="0"/>
              <a:t>MOP consumption stable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Correlation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Urea–DAP: Strong relationship</a:t>
            </a:r>
          </a:p>
          <a:p>
            <a:r>
              <a:rPr sz="2400" dirty="0"/>
              <a:t>MOP: Weak correlation</a:t>
            </a:r>
          </a:p>
          <a:p>
            <a:r>
              <a:rPr sz="2400" dirty="0"/>
              <a:t>NPKS: Independent usage pattern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Encourage balanced </a:t>
            </a:r>
            <a:r>
              <a:rPr lang="en-US" sz="2400" dirty="0"/>
              <a:t>Pesticides</a:t>
            </a:r>
            <a:r>
              <a:rPr sz="2400" dirty="0"/>
              <a:t> use</a:t>
            </a:r>
          </a:p>
          <a:p>
            <a:r>
              <a:rPr sz="2400" dirty="0"/>
              <a:t>Promote soil testing</a:t>
            </a:r>
          </a:p>
          <a:p>
            <a:r>
              <a:rPr sz="2400" dirty="0"/>
              <a:t>Reduce over-reliance on Urea</a:t>
            </a:r>
          </a:p>
          <a:p>
            <a:r>
              <a:rPr sz="2400" dirty="0"/>
              <a:t>Increase organic </a:t>
            </a:r>
            <a:r>
              <a:rPr lang="en-US" sz="2400" dirty="0"/>
              <a:t>pesticides</a:t>
            </a:r>
            <a:r>
              <a:rPr sz="2400" dirty="0"/>
              <a:t> adoption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Pesticides</a:t>
            </a:r>
            <a:r>
              <a:rPr sz="2400" dirty="0"/>
              <a:t> usage varies widely across states.</a:t>
            </a:r>
          </a:p>
          <a:p>
            <a:r>
              <a:rPr sz="2400" dirty="0"/>
              <a:t>Strong dependence on nitrogen-based Urea.</a:t>
            </a:r>
          </a:p>
          <a:p>
            <a:r>
              <a:rPr sz="2400" dirty="0"/>
              <a:t>Insights support sustainable agriculture policies.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</TotalTime>
  <Words>183</Words>
  <Application>Microsoft Office PowerPoint</Application>
  <PresentationFormat>On-screen Show (4:3)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Times New Roman</vt:lpstr>
      <vt:lpstr>Wingdings 3</vt:lpstr>
      <vt:lpstr>Facet</vt:lpstr>
      <vt:lpstr>Pesticides Consumption Analysis (India)</vt:lpstr>
      <vt:lpstr>1. Objective</vt:lpstr>
      <vt:lpstr>2. Dataset Details</vt:lpstr>
      <vt:lpstr>3. Data Cleaning</vt:lpstr>
      <vt:lpstr>4. Key Insights</vt:lpstr>
      <vt:lpstr>5. Correlation Insights</vt:lpstr>
      <vt:lpstr>7. Recommendations</vt:lpstr>
      <vt:lpstr>8.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 Sandhya</dc:creator>
  <cp:keywords/>
  <dc:description>generated using python-pptx</dc:description>
  <cp:lastModifiedBy>Y.Sandhya Reddy</cp:lastModifiedBy>
  <cp:revision>3</cp:revision>
  <dcterms:created xsi:type="dcterms:W3CDTF">2013-01-27T09:14:16Z</dcterms:created>
  <dcterms:modified xsi:type="dcterms:W3CDTF">2026-03-30T07:11:56Z</dcterms:modified>
  <cp:category/>
</cp:coreProperties>
</file>